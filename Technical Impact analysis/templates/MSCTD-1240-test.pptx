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7" r:id="rId3"/>
    <p:sldId id="258" r:id="rId5"/>
    <p:sldId id="259" r:id="rId6"/>
    <p:sldId id="271" r:id="rId7"/>
    <p:sldId id="35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1"/>
          <p:cNvSpPr>
            <a:spLocks noGrp="1"/>
          </p:cNvSpPr>
          <p:nvPr>
            <p:ph type="dt" sz="half"/>
          </p:nvPr>
        </p:nvSpPr>
        <p:spPr>
          <a:xfrm>
            <a:off x="3884613" y="0"/>
            <a:ext cx="2965450" cy="4524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lstStyle/>
          <a:p>
            <a:pPr marL="215900" lvl="0" indent="-21082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</a:rPr>
              <a:t>01/28/22</a:t>
            </a:r>
            <a:endParaRPr lang="en-US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Lucida Sans Unicode" panose="020B0602030504020204" charset="0"/>
            </a:endParaRPr>
          </a:p>
        </p:txBody>
      </p:sp>
      <p:sp>
        <p:nvSpPr>
          <p:cNvPr id="5123" name="Slide Number Placeholder 2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65450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lstStyle/>
          <a:p>
            <a:pPr marL="215900" lvl="0" indent="-21082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US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</a:rPr>
            </a:fld>
            <a:endParaRPr lang="en-US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Lucida Sans Unicode" panose="020B0602030504020204" charset="0"/>
            </a:endParaRPr>
          </a:p>
        </p:txBody>
      </p:sp>
      <p:sp>
        <p:nvSpPr>
          <p:cNvPr id="5124" name="Slide Image Placeholder 7168"/>
          <p:cNvSpPr txBox="1"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miter/>
          </a:ln>
        </p:spPr>
      </p:sp>
      <p:sp>
        <p:nvSpPr>
          <p:cNvPr id="5125" name="Text Placeholder 7169"/>
          <p:cNvSpPr txBox="1"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none" lIns="91440" tIns="45720" rIns="91440" bIns="45720" anchor="ctr" anchorCtr="0"/>
          <a:lstStyle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096"/>
          <p:cNvSpPr txBox="1"/>
          <p:nvPr/>
        </p:nvSpPr>
        <p:spPr>
          <a:xfrm>
            <a:off x="606330" y="1466158"/>
            <a:ext cx="10971086" cy="4123681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410700" algn="l"/>
                <a:tab pos="10134600" algn="l"/>
                <a:tab pos="10858500" algn="l"/>
              </a:tabLst>
            </a:pPr>
            <a:r>
              <a:rPr lang="en-US" altLang="x-none" sz="4400" b="1" dirty="0" err="1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MService</a:t>
            </a:r>
            <a:br>
              <a:rPr lang="en-US" altLang="x-none" sz="4400" b="1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</a:br>
            <a:r>
              <a:rPr lang="en-US" altLang="en-US" sz="4400" b="1" dirty="0">
                <a:solidFill>
                  <a:srgbClr val="000000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MSCTD-1239</a:t>
            </a:r>
            <a:endParaRPr lang="en-US" altLang="en-US" sz="4400" b="1" dirty="0">
              <a:solidFill>
                <a:srgbClr val="000000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4099" name="Rectangles 4097"/>
          <p:cNvSpPr/>
          <p:nvPr/>
        </p:nvSpPr>
        <p:spPr>
          <a:xfrm>
            <a:off x="609505" y="6355893"/>
            <a:ext cx="2844356" cy="365068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x-none" sz="1200" dirty="0" err="1">
              <a:solidFill>
                <a:srgbClr val="898989"/>
              </a:solidFill>
              <a:latin typeface="Calibri" panose="020F0502020204030204" charset="0"/>
              <a:ea typeface="Arial Unicode MS" panose="020B0604020202020204" pitchFamily="32" charset="-122"/>
            </a:endParaRPr>
          </a:p>
        </p:txBody>
      </p:sp>
      <p:sp>
        <p:nvSpPr>
          <p:cNvPr id="4100" name="Rectangles 4098"/>
          <p:cNvSpPr/>
          <p:nvPr/>
        </p:nvSpPr>
        <p:spPr>
          <a:xfrm>
            <a:off x="4164949" y="6355893"/>
            <a:ext cx="3860197" cy="365068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1200" dirty="0" err="1">
                <a:solidFill>
                  <a:srgbClr val="898989"/>
                </a:solidFill>
                <a:latin typeface="Calibri" panose="020F0502020204030204" charset="0"/>
                <a:ea typeface="Arial Unicode MS" panose="020B0604020202020204" pitchFamily="32" charset="-122"/>
              </a:rPr>
              <a:t>Confidential to Selfservit Solutions</a:t>
            </a:r>
            <a:endParaRPr lang="en-US" altLang="x-none" sz="1200" dirty="0" err="1">
              <a:solidFill>
                <a:srgbClr val="898989"/>
              </a:solidFill>
              <a:latin typeface="Calibri" panose="020F0502020204030204" charset="0"/>
              <a:ea typeface="Arial Unicode MS" panose="020B0604020202020204" pitchFamily="32" charset="-122"/>
            </a:endParaRPr>
          </a:p>
        </p:txBody>
      </p:sp>
      <p:sp>
        <p:nvSpPr>
          <p:cNvPr id="4101" name="Rectangles 4099"/>
          <p:cNvSpPr/>
          <p:nvPr/>
        </p:nvSpPr>
        <p:spPr>
          <a:xfrm>
            <a:off x="8736235" y="6355893"/>
            <a:ext cx="2844356" cy="365068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12" rIns="91425" bIns="45712" anchor="ctr" anchorCtr="0"/>
          <a:lstStyle/>
          <a:p>
            <a:pPr algn="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en-GB" altLang="x-none" sz="1200" dirty="0" err="1">
                <a:solidFill>
                  <a:srgbClr val="898989"/>
                </a:solidFill>
                <a:latin typeface="Calibri" panose="020F0502020204030204" charset="0"/>
                <a:ea typeface="Arial Unicode MS" panose="020B0604020202020204" pitchFamily="32" charset="-122"/>
              </a:rPr>
            </a:fld>
            <a:endParaRPr lang="en-GB" altLang="x-none" sz="1200" dirty="0" err="1">
              <a:solidFill>
                <a:srgbClr val="898989"/>
              </a:solidFill>
              <a:latin typeface="Calibri" panose="020F0502020204030204" charset="0"/>
              <a:ea typeface="Arial Unicode MS" panose="020B0604020202020204" pitchFamily="32" charset="-122"/>
            </a:endParaRPr>
          </a:p>
        </p:txBody>
      </p:sp>
      <p:cxnSp>
        <p:nvCxnSpPr>
          <p:cNvPr id="2" name="Straight Connector 1"/>
          <p:cNvCxnSpPr/>
          <p:nvPr/>
        </p:nvCxnSpPr>
        <p:spPr>
          <a:xfrm flipV="1">
            <a:off x="731520" y="1017270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731520" y="612711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30885" y="1123315"/>
            <a:ext cx="7853680" cy="1193800"/>
          </a:xfrm>
        </p:spPr>
        <p:txBody>
          <a:bodyPr/>
          <a:lstStyle/>
          <a:p>
            <a:pPr algn="l"/>
            <a:r>
              <a:rPr lang="en-US" sz="2400" b="1">
                <a:latin typeface="Times New Roman" panose="02020603050405020304" pitchFamily="16" charset="0"/>
                <a:cs typeface="Times New Roman" panose="02020603050405020304" pitchFamily="16" charset="0"/>
              </a:rPr>
              <a:t>Checklist</a:t>
            </a:r>
            <a:endParaRPr lang="en-US" sz="2400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02690" y="2617470"/>
            <a:ext cx="9119870" cy="810895"/>
          </a:xfrm>
        </p:spPr>
        <p:txBody>
          <a:bodyPr/>
          <a:lstStyle/>
          <a:p>
            <a:pPr marL="342900" indent="-342900" algn="l">
              <a:buFont typeface="Wingdings" panose="05000000000000000000" charset="0"/>
              <a:buChar char="ü"/>
            </a:pPr>
            <a:r>
              <a:rPr lang="en-US" b="1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1.Handover Document</a:t>
            </a:r>
            <a:endParaRPr lang="en-US" b="1">
              <a:latin typeface="Times New Roman" panose="02020603050405020304" pitchFamily="16" charset="0"/>
              <a:cs typeface="Times New Roman" panose="02020603050405020304" pitchFamily="16" charset="0"/>
            </a:endParaRPr>
          </a:p>
          <a:p>
            <a:endParaRPr lang="en-US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defTabSz="457200" eaLnBrk="1" fontAlgn="base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  <a:tab pos="2171700" algn="l"/>
              </a:tabLst>
            </a:pPr>
            <a:r>
              <a:rPr lang="en-US" altLang="en-GB" strike="noStrike" noProof="1">
                <a:latin typeface="Times New Roman" panose="02020603050405020304" pitchFamily="16" charset="0"/>
                <a:ea typeface="Microsoft YaHei" panose="020B0503020204020204" charset="-122"/>
                <a:cs typeface="Lucida Sans Unicode" panose="020B0602030504020204" charset="0"/>
              </a:rPr>
              <a:t>30/06/2022</a:t>
            </a:r>
            <a:endParaRPr lang="en-US" altLang="en-GB" strike="noStrike" noProof="1">
              <a:solidFill>
                <a:srgbClr val="898989"/>
              </a:solidFill>
              <a:latin typeface="Times New Roman" panose="02020603050405020304" pitchFamily="16" charset="0"/>
              <a:ea typeface="Microsoft YaHei" panose="020B0503020204020204" charset="-122"/>
              <a:cs typeface="Lucida Sans Unicode" panose="020B060203050402020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31520" y="1017270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731520" y="612711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1720" y="1710324"/>
            <a:ext cx="10515862" cy="649504"/>
          </a:xfrm>
        </p:spPr>
        <p:txBody>
          <a:bodyPr/>
          <a:lstStyle/>
          <a:p>
            <a:pPr algn="l"/>
            <a:r>
              <a:rPr lang="en-US" sz="2400" b="1" dirty="0">
                <a:latin typeface="Times New Roman" panose="02020603050405020304" pitchFamily="16" charset="0"/>
                <a:cs typeface="Times New Roman" panose="02020603050405020304" pitchFamily="16" charset="0"/>
                <a:sym typeface="+mn-ea"/>
              </a:rPr>
              <a:t>Repository Name:</a:t>
            </a:r>
            <a:endParaRPr lang="en-US" sz="2400" dirty="0"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1850" y="2859405"/>
            <a:ext cx="9944735" cy="9010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	1.src-cc-test-in</a:t>
            </a:r>
            <a:endParaRPr lang="en-US" dirty="0">
              <a:solidFill>
                <a:schemeClr val="tx1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31520" y="1017270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731520" y="612711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831085" y="381429"/>
            <a:ext cx="101876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Times New Roman" panose="02020603050405020304" pitchFamily="16" charset="0"/>
                <a:cs typeface="Times New Roman" panose="02020603050405020304" pitchFamily="16" charset="0"/>
              </a:rPr>
              <a:t>                                      IMPACT ANALYSIS</a:t>
            </a:r>
            <a:endParaRPr lang="en-US" sz="2800" b="1">
              <a:solidFill>
                <a:schemeClr val="tx1"/>
              </a:solidFill>
              <a:latin typeface="Times New Roman" panose="02020603050405020304" pitchFamily="16" charset="0"/>
              <a:cs typeface="Times New Roman" panose="02020603050405020304" pitchFamily="16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1520" y="1079500"/>
            <a:ext cx="11038205" cy="5579745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endParaRPr lang="en-US" altLang="en-US" sz="1200" dirty="0">
              <a:sym typeface="+mn-ea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731520" y="95440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731520" y="6647180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sz="4000" b="1"/>
              <a:t>    </a:t>
            </a:r>
            <a:r>
              <a:rPr lang="en-GB" altLang="en-US"/>
              <a:t>      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 algn="ctr">
              <a:buNone/>
            </a:pPr>
            <a:r>
              <a:rPr lang="en-GB" altLang="en-US" b="1">
                <a:sym typeface="+mn-ea"/>
              </a:rPr>
              <a:t>  </a:t>
            </a:r>
            <a:r>
              <a:rPr lang="en-GB" altLang="en-US" sz="3600" b="1">
                <a:sym typeface="+mn-ea"/>
              </a:rPr>
              <a:t>Thank You </a:t>
            </a:r>
            <a:r>
              <a:rPr lang="en-GB" altLang="en-US" b="1">
                <a:sym typeface="+mn-ea"/>
              </a:rPr>
              <a:t> 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/>
              <a:t>                                                 </a:t>
            </a:r>
            <a:endParaRPr lang="en-GB" alt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838200" y="1425575"/>
            <a:ext cx="10596880" cy="1143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756920" y="5102225"/>
            <a:ext cx="10596880" cy="11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WPS Presentation</Application>
  <PresentationFormat>Widescreen</PresentationFormat>
  <Paragraphs>25</Paragraphs>
  <Slides>5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Calibri</vt:lpstr>
      <vt:lpstr>Arial Unicode MS</vt:lpstr>
      <vt:lpstr>Lucida Sans Unicode</vt:lpstr>
      <vt:lpstr>Wingdings</vt:lpstr>
      <vt:lpstr>Microsoft YaHei</vt:lpstr>
      <vt:lpstr>Calibri Light</vt:lpstr>
      <vt:lpstr>Office Theme</vt:lpstr>
      <vt:lpstr>PowerPoint 演示文稿</vt:lpstr>
      <vt:lpstr>Checklist</vt:lpstr>
      <vt:lpstr>Repository Name: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WPS_1783055707</cp:lastModifiedBy>
  <cp:revision>134</cp:revision>
  <dcterms:created xsi:type="dcterms:W3CDTF">2024-10-10T12:39:00Z</dcterms:created>
  <dcterms:modified xsi:type="dcterms:W3CDTF">2026-07-05T07:24:43Z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F4CF5336C2C34A65BF3D51E19D24C699_13</vt:lpwstr>
  </property>
  <property fmtid="{D5CDD505-2E9C-101B-9397-08002B2CF9AE}" pid="3" name="KSOProductBuildVer">
    <vt:lpwstr>1033-12.1.0.26880</vt:lpwstr>
  </property>
</Properties>
</file>